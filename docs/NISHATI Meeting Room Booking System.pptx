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06" y="5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90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the system as a full internal booking platform, not just a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scope: this is not a simple form, it is a full internal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features, no bullets — each a card with a clear name and a one-line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columns: who can do what, and how the system watches and protects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steps, last one highlighted since it is the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table works better than cards here — it reads like a quick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End on the technology and readiness for real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011" y="2478157"/>
            <a:ext cx="6096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603500"/>
            <a:ext cx="10883393" cy="1412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NISHATI Meeting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Room Booking System (NMRS)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168095"/>
            <a:ext cx="10883393" cy="32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D1D5D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secure, role-based platform for booking meeting rooms and projectors across the office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52"/>
            <a:ext cx="128162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ICT Unit · NISHATI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91CC9F-BF13-6B1B-0759-2D3B135F1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913562"/>
            <a:ext cx="1412195" cy="1412195"/>
          </a:xfrm>
          <a:prstGeom prst="rect">
            <a:avLst/>
          </a:prstGeom>
          <a:effectLst>
            <a:glow rad="1574800">
              <a:schemeClr val="bg1">
                <a:alpha val="33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4572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952500"/>
            <a:ext cx="10883393" cy="492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What the system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9249"/>
            <a:ext cx="915670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Staff book meeting rooms and projectors online instead of by phone or paper. Admins control access, track usage, and see everything happening in one dashboard.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91424"/>
            <a:ext cx="3380298" cy="3247401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0429" y="3714751"/>
            <a:ext cx="29575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70429" y="4502151"/>
            <a:ext cx="295753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Database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23" y="2591424"/>
            <a:ext cx="3380355" cy="3247401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276" y="3714751"/>
            <a:ext cx="295759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0276" y="4502151"/>
            <a:ext cx="295759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Roles: Admin &amp; Staff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27" y="2591424"/>
            <a:ext cx="3380298" cy="3247401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0181" y="3714751"/>
            <a:ext cx="29575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50181" y="4502151"/>
            <a:ext cx="295753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Granular permissions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52"/>
            <a:ext cx="97177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NISHATI NMRS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4572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952500"/>
            <a:ext cx="10883393" cy="492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2425"/>
            <a:ext cx="3397250" cy="1976097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029" y="1931477"/>
            <a:ext cx="302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Single &amp; Continuous booking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029" y="2223577"/>
            <a:ext cx="302731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Book one date, or a recurring Mon–Fri series in one step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97375" y="1702425"/>
            <a:ext cx="3397250" cy="1976097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429" y="1931477"/>
            <a:ext cx="302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Live projector availability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26429" y="2223577"/>
            <a:ext cx="302731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Checks each projector in real time before it can be selected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78775" y="1702425"/>
            <a:ext cx="3397250" cy="1976097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7829" y="1931477"/>
            <a:ext cx="302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Conflict-free scheduling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07829" y="2223577"/>
            <a:ext cx="302731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 two bookings can overlap on the same room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3862671"/>
            <a:ext cx="3397250" cy="1976154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5029" y="4091725"/>
            <a:ext cx="302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Postpone, cancel, delete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5029" y="4383825"/>
            <a:ext cx="302731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Per day or whole series, with a reason kept on record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97375" y="3862671"/>
            <a:ext cx="3397250" cy="1976154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429" y="4091725"/>
            <a:ext cx="302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Full month schedule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26429" y="4383825"/>
            <a:ext cx="302731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calendar view of every room, color-coded by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8775" y="3862671"/>
            <a:ext cx="3397250" cy="1976154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7829" y="4091725"/>
            <a:ext cx="30273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Report a room issue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7829" y="4383825"/>
            <a:ext cx="302731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Staff flag a problem; admin gets an email and resolves 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52"/>
            <a:ext cx="97177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NISHATI NMRS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4572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952500"/>
            <a:ext cx="10883393" cy="492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be secure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2423"/>
            <a:ext cx="5175250" cy="4136401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429" y="1956877"/>
            <a:ext cx="4806333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8229" y="2340372"/>
            <a:ext cx="4623199" cy="1279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2306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Two roles: Admin (full access) and Staff (permission matrix)</a:t>
            </a:r>
            <a:endParaRPr lang="en-US" sz="1300" dirty="0"/>
          </a:p>
          <a:p>
            <a:pPr marL="198120" indent="-162306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43 permissions, including per-room booking rights</a:t>
            </a:r>
            <a:endParaRPr lang="en-US" sz="1300" dirty="0"/>
          </a:p>
          <a:p>
            <a:pPr marL="198120" indent="-162306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Email verification (OTP) before an account goes live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702423"/>
            <a:ext cx="5175250" cy="4136401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229" y="1956877"/>
            <a:ext cx="4806333" cy="26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Protection &amp; oversight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33029" y="2340372"/>
            <a:ext cx="4623199" cy="966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2306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CSRF protection on every form submission</a:t>
            </a:r>
            <a:endParaRPr lang="en-US" sz="1300" dirty="0"/>
          </a:p>
          <a:p>
            <a:pPr marL="198120" indent="-162306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Login lockout after repeated failed attempts</a:t>
            </a:r>
            <a:endParaRPr lang="en-US" sz="1300" dirty="0"/>
          </a:p>
          <a:p>
            <a:pPr marL="198120" indent="-162306" algn="l">
              <a:lnSpc>
                <a:spcPts val="247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Full audit log of every action in the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50"/>
            <a:ext cx="97177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NISHATI NMRS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4572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952500"/>
            <a:ext cx="10883393" cy="492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a booking is made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2426"/>
            <a:ext cx="1986416" cy="4136401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629" y="1906079"/>
            <a:ext cx="1629909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9629" y="2505472"/>
            <a:ext cx="1629909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Pick a room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9629" y="2805171"/>
            <a:ext cx="1629909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Choose from the available rooms on the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61141" y="1702426"/>
            <a:ext cx="1986473" cy="4136401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4795" y="1906079"/>
            <a:ext cx="1629966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64795" y="2505472"/>
            <a:ext cx="1629966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Set the date &amp;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64795" y="2805171"/>
            <a:ext cx="162996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Single day, or a Mon–Fri series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6364" y="1702426"/>
            <a:ext cx="1986473" cy="4136401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0018" y="1906079"/>
            <a:ext cx="1629966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10018" y="2505472"/>
            <a:ext cx="1629966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Add accessories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10018" y="2805171"/>
            <a:ext cx="162996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None, TV, or a specific available projector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51587" y="1702426"/>
            <a:ext cx="1986473" cy="4136401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5240" y="1906079"/>
            <a:ext cx="1629966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0A7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55240" y="2505472"/>
            <a:ext cx="1629966" cy="421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 checks conflicts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5240" y="3003268"/>
            <a:ext cx="1629966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Room and projector availability, verified instantly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93635" y="1699251"/>
            <a:ext cx="1985566" cy="4142751"/>
          </a:xfrm>
          <a:prstGeom prst="roundRect">
            <a:avLst>
              <a:gd name="adj" fmla="val 5117"/>
            </a:avLst>
          </a:prstGeom>
          <a:solidFill>
            <a:srgbClr val="4B5563"/>
          </a:solidFill>
          <a:ln/>
        </p:spPr>
      </p:sp>
      <p:sp>
        <p:nvSpPr>
          <p:cNvPr id="21" name="Text 19"/>
          <p:cNvSpPr/>
          <p:nvPr/>
        </p:nvSpPr>
        <p:spPr>
          <a:xfrm>
            <a:off x="9596835" y="1902451"/>
            <a:ext cx="1629966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C85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596835" y="2501844"/>
            <a:ext cx="1629966" cy="22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96835" y="2801541"/>
            <a:ext cx="162996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Email confirmation sent, action logged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52"/>
            <a:ext cx="97177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NISHATI NMRS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3"/>
            <a:ext cx="4572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952503"/>
            <a:ext cx="10883393" cy="492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One dashboard for admins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686" y="1710137"/>
          <a:ext cx="10555516" cy="3294060"/>
        </p:xfrm>
        <a:graphic>
          <a:graphicData uri="http://schemas.openxmlformats.org/drawingml/2006/table">
            <a:tbl>
              <a:tblPr/>
              <a:tblGrid>
                <a:gridCol w="5277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Tool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What it does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Room Control Panel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Manage rooms, resolve issues, oversee all bookings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User Management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Add, edit, activate/deactivate, reset passwords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Projector Inventory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Track and manage every projector on site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Reports &amp; Statistics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Usage, trends, exportable to CSV/Excel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Audit Log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Every action, searchable and exportable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5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Roles &amp; Permissions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Fine-tune exactly what staff can access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52"/>
            <a:ext cx="97177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NISHATI NMRS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B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368550"/>
            <a:ext cx="609600" cy="381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84450"/>
            <a:ext cx="1088339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with PHP, MySQL</a:t>
            </a:r>
            <a:endParaRPr lang="en-US" sz="4000" dirty="0"/>
          </a:p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and PHPMailer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79850"/>
            <a:ext cx="85026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 framework — direct, hardened code. Responsive design with a dark/light theme, ready for daily use across the office.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52"/>
            <a:ext cx="218067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Thank you — NISHATI ICT Unit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522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NISHATI Meeting Room Booking System</dc:title>
  <dc:subject>PptxGenJS Presentation</dc:subject>
  <dc:creator>PptxGenJS</dc:creator>
  <cp:lastModifiedBy>Ngabo</cp:lastModifiedBy>
  <cp:revision>3</cp:revision>
  <dcterms:created xsi:type="dcterms:W3CDTF">2026-09-29T19:24:31Z</dcterms:created>
  <dcterms:modified xsi:type="dcterms:W3CDTF">2026-09-30T02:59:43Z</dcterms:modified>
</cp:coreProperties>
</file>